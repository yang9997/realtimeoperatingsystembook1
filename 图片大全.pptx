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148C7-3FA5-4E41-8EB4-B7903B52226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7D23A-FAAD-42BF-A530-EC6F45DAF9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08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7D23A-FAAD-42BF-A530-EC6F45DAF9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9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F3A69-E60A-D40F-5C33-7C3DACC31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D7D34D-2195-ABC2-D31B-E7690B90B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AF757-3842-38EA-89A6-42ABE075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2EE3CB-62D8-E8EF-564D-1577E4A4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DDA504-F588-11D0-26DA-8C475043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8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251F6-7907-875F-524A-C9204467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848CF-DE79-35EC-8E17-4821B5BD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AE5BE-DFB2-D904-24A9-964EC4C3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228875-F7D0-2A0A-8AE4-865054F5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916047-A345-FDFF-3129-746DB536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93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A5B23-C670-E744-C502-A7D4848C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9058E-8AB6-AB5E-B91B-1EDC4D137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3B9A67-EB32-5A11-B77E-3D6F30BF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8FDF1-9022-575C-AC2D-6356F6ED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5EB62-1408-F613-19E4-7CCB681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90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F2CCD-2886-9183-2C52-8B9FEE08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004D38-CDD7-E122-22E0-820D2AFA4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77C6BB-6FD6-E7CA-9CEE-3AF93EE1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8B3BD0-202C-4430-D31E-2801FFA6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F6E738-B14A-3DDD-9A72-71AA1477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934F28-1D06-1D2C-35DE-07E0AADD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7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BF4C5-3FDE-2432-A991-F702DA84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74710C-1E63-58B4-C2B8-C78B98C24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BE2955-589A-CABF-9B65-16F8AC99B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5DD7DE-E14B-C8EB-4D5D-14FB0C64E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C8C880-925D-6B73-273F-8F20B0310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6FCEB0-13DC-3829-3765-DB97A65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30E02C-2EA4-D267-D333-FEC10F1C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D95957-222C-AE23-D11B-DA069A76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8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56AC1-A53F-7418-A982-4321CD37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43DB49-08DE-CFA3-17E9-5C60683E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AED074-00BB-DC99-0D80-55F581C8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8D2B78-825E-65D4-4E3E-41E4E228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0E7004-D5B9-C432-04C9-26636F3E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E2C86F-D025-95A0-2B31-49FE5A1E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89B8AB-48DF-E0A7-08FD-11A67F36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9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2A0BD-76FC-4C47-485F-E6697A7A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3D243C-3B49-2F01-BFC9-D9880C45A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16E1B1-6DA1-8FAD-DE5D-CD9CA356F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DE102-AFDC-D663-1BD1-AF9950AC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85E7A-A087-03FA-7755-F3D8A9E7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B019DC-F25D-F90E-65B2-AAE5B86D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3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02C7C-F992-ACFB-F517-FC6553E0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BAD2F0-F59F-7E79-40B5-622988ACF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6B9690-C027-D253-401F-A6877D57E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61279E-4A6E-46A8-04D1-16DB836D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7FD28C-F51B-1ED0-1F93-84A2BA45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FCA109-4B7D-7AB6-8A61-27718B77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55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CEA57-5708-D1F9-D19F-F8FFAEEAA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5C9564-6BA6-C41A-EAFB-5AE593A3A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59391-61AA-097E-197C-095D36A7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9979E-78B1-1004-36BF-0EDC14F4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FA447F-C0BF-72EC-EB38-8561D753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70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BD8888-B012-8801-A895-E76366FC6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BAA03B-B644-422B-F5F7-FE4640229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AADF9-62D6-CDB0-A89E-B7866BD0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6CE09-AA3E-2402-603C-8BD2CAF1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1F46D-50A9-7EBF-AC0C-1C7A1906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02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3B575A-F109-32D2-162E-F100E8AB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FC9845-DE55-EE7B-F289-5DAEDB7E9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BE8F05-E40C-672E-D9F0-C1638CE0F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720ED-9725-44BA-81B3-2EAC9D0B01DC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6049C-76EE-C576-6F83-2A53D7CE1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ACDE6-66E9-FC50-6967-D67BD1BA9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B1FFD-0162-476B-96BC-2B5917D7D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2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AE7AE41-2BED-60A0-AB21-7C7C07B93DF2}"/>
              </a:ext>
            </a:extLst>
          </p:cNvPr>
          <p:cNvSpPr/>
          <p:nvPr/>
        </p:nvSpPr>
        <p:spPr>
          <a:xfrm>
            <a:off x="1362395" y="2307479"/>
            <a:ext cx="9843608" cy="21417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237FF8-760D-5143-C688-92D99A1383A9}"/>
              </a:ext>
            </a:extLst>
          </p:cNvPr>
          <p:cNvSpPr/>
          <p:nvPr/>
        </p:nvSpPr>
        <p:spPr>
          <a:xfrm>
            <a:off x="1853347" y="2730926"/>
            <a:ext cx="2694104" cy="1294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温度传感器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DD7E67-4813-5983-6ADD-389A31155C3F}"/>
              </a:ext>
            </a:extLst>
          </p:cNvPr>
          <p:cNvSpPr/>
          <p:nvPr/>
        </p:nvSpPr>
        <p:spPr>
          <a:xfrm>
            <a:off x="4950447" y="2730926"/>
            <a:ext cx="2694104" cy="1294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控制计算机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B78517-0CAA-1F7E-C92A-FE8BE500BD98}"/>
              </a:ext>
            </a:extLst>
          </p:cNvPr>
          <p:cNvSpPr/>
          <p:nvPr/>
        </p:nvSpPr>
        <p:spPr>
          <a:xfrm>
            <a:off x="8047547" y="2730926"/>
            <a:ext cx="2694104" cy="1294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流量控制执行器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D803FA8-A915-8F06-5690-7922A9F3EB5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547451" y="3378370"/>
            <a:ext cx="4029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0BC8BA1-6AD0-2698-0C82-C33D3631E01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644551" y="3378370"/>
            <a:ext cx="4029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4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A505-348D-6459-BD29-C5A1E096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7BEEE6-4EC3-D7B6-9B67-B1B453BD4195}"/>
              </a:ext>
            </a:extLst>
          </p:cNvPr>
          <p:cNvSpPr/>
          <p:nvPr/>
        </p:nvSpPr>
        <p:spPr>
          <a:xfrm>
            <a:off x="493295" y="733926"/>
            <a:ext cx="11105147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EEA3672-E285-F774-5D8D-098815938417}"/>
              </a:ext>
            </a:extLst>
          </p:cNvPr>
          <p:cNvSpPr/>
          <p:nvPr/>
        </p:nvSpPr>
        <p:spPr>
          <a:xfrm>
            <a:off x="1034716" y="1191126"/>
            <a:ext cx="1961147" cy="157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系统功能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2ECEF3-6B03-1916-2DA6-1E9E60745698}"/>
              </a:ext>
            </a:extLst>
          </p:cNvPr>
          <p:cNvSpPr/>
          <p:nvPr/>
        </p:nvSpPr>
        <p:spPr>
          <a:xfrm>
            <a:off x="5115426" y="1191126"/>
            <a:ext cx="1961147" cy="157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代码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06EF94-5D75-A7D7-A2F4-4D5EABA6BAF6}"/>
              </a:ext>
            </a:extLst>
          </p:cNvPr>
          <p:cNvSpPr/>
          <p:nvPr/>
        </p:nvSpPr>
        <p:spPr>
          <a:xfrm>
            <a:off x="9093869" y="1191125"/>
            <a:ext cx="1961147" cy="157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处理器硬件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2D43F9-0987-84C0-ED6C-1D19B7A8F71E}"/>
              </a:ext>
            </a:extLst>
          </p:cNvPr>
          <p:cNvSpPr/>
          <p:nvPr/>
        </p:nvSpPr>
        <p:spPr>
          <a:xfrm>
            <a:off x="932447" y="3717758"/>
            <a:ext cx="2165684" cy="19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软件设计</a:t>
            </a:r>
            <a:endParaRPr lang="en-US" altLang="zh-CN" dirty="0"/>
          </a:p>
          <a:p>
            <a:pPr algn="ctr"/>
            <a:r>
              <a:rPr lang="zh-CN" altLang="en-US" dirty="0"/>
              <a:t>（逻辑模型）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A03003-2F38-8DE1-7829-7B8156B861F7}"/>
              </a:ext>
            </a:extLst>
          </p:cNvPr>
          <p:cNvSpPr/>
          <p:nvPr/>
        </p:nvSpPr>
        <p:spPr>
          <a:xfrm>
            <a:off x="3683668" y="3717758"/>
            <a:ext cx="2165684" cy="19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源代码</a:t>
            </a:r>
            <a:endParaRPr lang="en-US" altLang="zh-CN" dirty="0"/>
          </a:p>
          <a:p>
            <a:pPr algn="ctr"/>
            <a:r>
              <a:rPr lang="zh-CN" altLang="en-US" dirty="0"/>
              <a:t>（物理模型）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B2B0FC-17C0-A893-FDE0-2873BCA43AD1}"/>
              </a:ext>
            </a:extLst>
          </p:cNvPr>
          <p:cNvSpPr/>
          <p:nvPr/>
        </p:nvSpPr>
        <p:spPr>
          <a:xfrm>
            <a:off x="6342650" y="3717758"/>
            <a:ext cx="2165684" cy="19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目标代码</a:t>
            </a:r>
            <a:endParaRPr lang="en-US" altLang="zh-CN" dirty="0"/>
          </a:p>
          <a:p>
            <a:pPr algn="ctr"/>
            <a:r>
              <a:rPr lang="zh-CN" altLang="en-US" dirty="0"/>
              <a:t>（部署模型）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98A0EC-5388-2B7E-1D24-0BF44FB51492}"/>
              </a:ext>
            </a:extLst>
          </p:cNvPr>
          <p:cNvSpPr/>
          <p:nvPr/>
        </p:nvSpPr>
        <p:spPr>
          <a:xfrm>
            <a:off x="9093869" y="3717758"/>
            <a:ext cx="2165684" cy="19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运行时代码</a:t>
            </a:r>
            <a:endParaRPr lang="en-US" altLang="zh-CN" dirty="0"/>
          </a:p>
          <a:p>
            <a:pPr algn="ctr"/>
            <a:r>
              <a:rPr lang="zh-CN" altLang="en-US" dirty="0"/>
              <a:t>（运行时模型）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886F366-C528-5354-3003-DE0759826A66}"/>
              </a:ext>
            </a:extLst>
          </p:cNvPr>
          <p:cNvSpPr/>
          <p:nvPr/>
        </p:nvSpPr>
        <p:spPr>
          <a:xfrm>
            <a:off x="3248526" y="1576137"/>
            <a:ext cx="1764633" cy="8301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在</a:t>
            </a:r>
            <a:r>
              <a:rPr lang="en-US" altLang="zh-CN" dirty="0"/>
              <a:t>…</a:t>
            </a:r>
            <a:r>
              <a:rPr lang="zh-CN" altLang="en-US" dirty="0"/>
              <a:t>中实现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D6C00D6-D548-0D01-D593-01F76AF564B9}"/>
              </a:ext>
            </a:extLst>
          </p:cNvPr>
          <p:cNvSpPr/>
          <p:nvPr/>
        </p:nvSpPr>
        <p:spPr>
          <a:xfrm>
            <a:off x="7202904" y="1576137"/>
            <a:ext cx="1764633" cy="8301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运行在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09FA37F8-7720-24FD-C98B-583ADF21622A}"/>
              </a:ext>
            </a:extLst>
          </p:cNvPr>
          <p:cNvSpPr/>
          <p:nvPr/>
        </p:nvSpPr>
        <p:spPr>
          <a:xfrm>
            <a:off x="1750594" y="2947736"/>
            <a:ext cx="529390" cy="5534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BEFB0858-D859-01AC-07C3-8290A4F48C57}"/>
              </a:ext>
            </a:extLst>
          </p:cNvPr>
          <p:cNvSpPr/>
          <p:nvPr/>
        </p:nvSpPr>
        <p:spPr>
          <a:xfrm rot="2710567">
            <a:off x="4616115" y="3019925"/>
            <a:ext cx="529390" cy="5534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47A4456B-2184-B110-4784-7CCF9FD1FF55}"/>
              </a:ext>
            </a:extLst>
          </p:cNvPr>
          <p:cNvSpPr/>
          <p:nvPr/>
        </p:nvSpPr>
        <p:spPr>
          <a:xfrm rot="19066780">
            <a:off x="7160798" y="3019925"/>
            <a:ext cx="529390" cy="5534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B15039BD-558C-DB62-618A-78F98E7FA98B}"/>
              </a:ext>
            </a:extLst>
          </p:cNvPr>
          <p:cNvSpPr/>
          <p:nvPr/>
        </p:nvSpPr>
        <p:spPr>
          <a:xfrm>
            <a:off x="9912016" y="2953751"/>
            <a:ext cx="529390" cy="5534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E9517-1F54-7742-C94E-BB04A717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8A25F5-76E5-52A9-203C-A7B4E17C7B6C}"/>
              </a:ext>
            </a:extLst>
          </p:cNvPr>
          <p:cNvSpPr/>
          <p:nvPr/>
        </p:nvSpPr>
        <p:spPr>
          <a:xfrm>
            <a:off x="644376" y="429584"/>
            <a:ext cx="10850062" cy="6308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E61A3-72AD-130E-5DBD-009FD757327A}"/>
              </a:ext>
            </a:extLst>
          </p:cNvPr>
          <p:cNvSpPr/>
          <p:nvPr/>
        </p:nvSpPr>
        <p:spPr>
          <a:xfrm>
            <a:off x="1067823" y="711882"/>
            <a:ext cx="3467356" cy="53759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8FD528-4BF7-D5D7-0517-661D7615AF66}"/>
              </a:ext>
            </a:extLst>
          </p:cNvPr>
          <p:cNvSpPr/>
          <p:nvPr/>
        </p:nvSpPr>
        <p:spPr>
          <a:xfrm>
            <a:off x="5770745" y="711881"/>
            <a:ext cx="5208192" cy="53759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896791-E0F6-3893-1128-33F838CB24C0}"/>
              </a:ext>
            </a:extLst>
          </p:cNvPr>
          <p:cNvSpPr/>
          <p:nvPr/>
        </p:nvSpPr>
        <p:spPr>
          <a:xfrm>
            <a:off x="1690720" y="1024865"/>
            <a:ext cx="2221562" cy="14421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程序声明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45FBB1-C19F-A8A2-60EC-B03EF05F1AE8}"/>
              </a:ext>
            </a:extLst>
          </p:cNvPr>
          <p:cNvSpPr/>
          <p:nvPr/>
        </p:nvSpPr>
        <p:spPr>
          <a:xfrm>
            <a:off x="1358304" y="2703312"/>
            <a:ext cx="2855710" cy="14421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程序实例化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DF8A58-82E4-FF7D-0019-ABBEF6EF8FF8}"/>
              </a:ext>
            </a:extLst>
          </p:cNvPr>
          <p:cNvSpPr/>
          <p:nvPr/>
        </p:nvSpPr>
        <p:spPr>
          <a:xfrm>
            <a:off x="1373646" y="4381759"/>
            <a:ext cx="2855710" cy="14421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程序语句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12D61D-5283-06CC-72B2-F812680E2F1E}"/>
              </a:ext>
            </a:extLst>
          </p:cNvPr>
          <p:cNvSpPr/>
          <p:nvPr/>
        </p:nvSpPr>
        <p:spPr>
          <a:xfrm>
            <a:off x="6069407" y="950199"/>
            <a:ext cx="2221562" cy="4873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.c </a:t>
            </a:r>
            <a:r>
              <a:rPr lang="zh-CN" altLang="en-US" b="1" dirty="0">
                <a:solidFill>
                  <a:schemeClr val="tx1"/>
                </a:solidFill>
              </a:rPr>
              <a:t>文件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0211BD-3263-15B9-BC48-AAF8023056A7}"/>
              </a:ext>
            </a:extLst>
          </p:cNvPr>
          <p:cNvSpPr/>
          <p:nvPr/>
        </p:nvSpPr>
        <p:spPr>
          <a:xfrm>
            <a:off x="8537468" y="950199"/>
            <a:ext cx="2221562" cy="4873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.h</a:t>
            </a:r>
            <a:r>
              <a:rPr lang="zh-CN" altLang="en-US" b="1" dirty="0">
                <a:solidFill>
                  <a:schemeClr val="tx1"/>
                </a:solidFill>
              </a:rPr>
              <a:t> 文件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98F0B5-49CC-4970-9006-3D184C2D866C}"/>
              </a:ext>
            </a:extLst>
          </p:cNvPr>
          <p:cNvSpPr txBox="1"/>
          <p:nvPr/>
        </p:nvSpPr>
        <p:spPr>
          <a:xfrm>
            <a:off x="1483599" y="6302469"/>
            <a:ext cx="260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源代码构造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A70B07-3377-C8E0-C375-152E331B70C5}"/>
              </a:ext>
            </a:extLst>
          </p:cNvPr>
          <p:cNvSpPr txBox="1"/>
          <p:nvPr/>
        </p:nvSpPr>
        <p:spPr>
          <a:xfrm>
            <a:off x="5770745" y="6228407"/>
            <a:ext cx="52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典型源代码组件</a:t>
            </a:r>
          </a:p>
        </p:txBody>
      </p:sp>
      <p:sp>
        <p:nvSpPr>
          <p:cNvPr id="14" name="箭头: 上弧形 13">
            <a:extLst>
              <a:ext uri="{FF2B5EF4-FFF2-40B4-BE49-F238E27FC236}">
                <a16:creationId xmlns:a16="http://schemas.microsoft.com/office/drawing/2014/main" id="{5FB0342E-5A4A-402C-8D1A-83101B4E67D3}"/>
              </a:ext>
            </a:extLst>
          </p:cNvPr>
          <p:cNvSpPr/>
          <p:nvPr/>
        </p:nvSpPr>
        <p:spPr>
          <a:xfrm>
            <a:off x="4473809" y="2559093"/>
            <a:ext cx="1534229" cy="102486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50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7D9E5-33D7-060C-F916-01BD8F4E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272250-C57F-725A-9BF0-293D51A53BAE}"/>
              </a:ext>
            </a:extLst>
          </p:cNvPr>
          <p:cNvSpPr/>
          <p:nvPr/>
        </p:nvSpPr>
        <p:spPr>
          <a:xfrm>
            <a:off x="1190561" y="668923"/>
            <a:ext cx="9984757" cy="53882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023104-D2FA-D070-0B9A-01AB0F48D409}"/>
              </a:ext>
            </a:extLst>
          </p:cNvPr>
          <p:cNvSpPr/>
          <p:nvPr/>
        </p:nvSpPr>
        <p:spPr>
          <a:xfrm>
            <a:off x="1822663" y="1460585"/>
            <a:ext cx="3381439" cy="1264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代码与数据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24DB35-4C69-66B6-A18B-20C2CE9FDDDE}"/>
              </a:ext>
            </a:extLst>
          </p:cNvPr>
          <p:cNvSpPr/>
          <p:nvPr/>
        </p:nvSpPr>
        <p:spPr>
          <a:xfrm>
            <a:off x="6987898" y="1460585"/>
            <a:ext cx="3381439" cy="12642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处理器硬件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4CF25F-A870-2268-0154-CFCC33EB07C1}"/>
              </a:ext>
            </a:extLst>
          </p:cNvPr>
          <p:cNvSpPr/>
          <p:nvPr/>
        </p:nvSpPr>
        <p:spPr>
          <a:xfrm>
            <a:off x="4909530" y="3847844"/>
            <a:ext cx="2289069" cy="188403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单一软件进程</a:t>
            </a: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3EF51CF0-30E0-9036-ABEC-A275D51F0B37}"/>
              </a:ext>
            </a:extLst>
          </p:cNvPr>
          <p:cNvCxnSpPr>
            <a:stCxn id="3" idx="2"/>
            <a:endCxn id="5" idx="2"/>
          </p:cNvCxnSpPr>
          <p:nvPr/>
        </p:nvCxnSpPr>
        <p:spPr>
          <a:xfrm rot="16200000" flipH="1">
            <a:off x="3178920" y="3059251"/>
            <a:ext cx="2065072" cy="1396147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67D3557-9811-B272-1483-DD87330DB0C4}"/>
              </a:ext>
            </a:extLst>
          </p:cNvPr>
          <p:cNvCxnSpPr>
            <a:stCxn id="4" idx="2"/>
            <a:endCxn id="5" idx="6"/>
          </p:cNvCxnSpPr>
          <p:nvPr/>
        </p:nvCxnSpPr>
        <p:spPr>
          <a:xfrm rot="5400000">
            <a:off x="6906073" y="3017316"/>
            <a:ext cx="2065072" cy="1480019"/>
          </a:xfrm>
          <a:prstGeom prst="curved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8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4FEE-FCDA-144F-883C-52FE3AED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53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AEFD-3878-5561-A8AE-32567754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9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94CD-D07F-3B8F-628A-EFB6EF3C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47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63</Words>
  <Application>Microsoft Office PowerPoint</Application>
  <PresentationFormat>宽屏</PresentationFormat>
  <Paragraphs>27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e3812</dc:creator>
  <cp:lastModifiedBy>e3812</cp:lastModifiedBy>
  <cp:revision>1</cp:revision>
  <dcterms:created xsi:type="dcterms:W3CDTF">2025-12-10T09:24:15Z</dcterms:created>
  <dcterms:modified xsi:type="dcterms:W3CDTF">2025-12-10T13:33:27Z</dcterms:modified>
</cp:coreProperties>
</file>